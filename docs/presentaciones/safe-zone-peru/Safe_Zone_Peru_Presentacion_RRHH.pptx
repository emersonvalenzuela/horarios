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 Safe Zone Perú y explicar que se propone un desarrollo a medida. El alcance es preliminar y se confirmará con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la sede es una unidad operativa. Los datos legales del empleador se mantienen separados de las ubicaciones.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Gestión de activos no está incluida. Los precios de la referencia no pertenecen a esta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un módulo nuevo a desarrollar. Validar con el especialista de planillas los regímenes, fórmulas, quinta categoría, AFP/ONP, EsSalud, CTS y gratificaciones. No prometer presentación automática de declaraciones.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de referencia aporta la ficha, áreas, jornadas e ingresos/ceses. Contratos, organigrama y trazabilidad de traslados se ampliarán.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una base de tipos de permisos y estados. La gestión de saldos vacacionales y las políticas configurables requieren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base tiene horarios, marcaciones, validaciones y conexión ZKTime. Geolocalización es nueva; no implica app nativa, seguimiento continuo ni compatibilidad universal con relojes.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ejemplo aporta adjuntos y plantillas de documentos. Un gestor documental completo y la firma electrónica requieren desarrollo. No equiparar un acuse con una firma digital certificada.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es nuevo. Acordar el nivel de anonimato y los mínimos de participantes para evitar identificar respuestas en equipos pequeños.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ejemplo tiene notificaciones de procesos. El feed, campañas y seguimiento de lectura se desarrollarán. La entrega de correo depende del servicio elegido.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revisión del repositorio fue estática. La reutilización final depende de pruebas y adecuación técnica. No se presenta el esqueleto como producto terminado.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secuencia es propuesta, sin plazo ni precio comprometido. Antes de producción, comparar planilla con casos aprobados y realizar un piloto por sede.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reunión de levantamiento. Gestión de activos, reclutamiento, desempeño y capacitación no forman parte de este alcance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Gestión de personas,</a:t>
            </a:r>
          </a:p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conectada entre sedes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Propuesta de desarrollo de una plataforma de Recursos Humanos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5385816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4983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SAFE ZONE PERÚ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4983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Una solución diseñada para centralizar la información del personal y acompañar la operación de cada sede.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246120"/>
            <a:ext cx="5385816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474720"/>
            <a:ext cx="4983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ALCANCE PROPUESTO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160520"/>
            <a:ext cx="4983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Planilla · Empleados · Ausencias · Asistencias · Documentos · Clima laboral · Comunicación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Una organización.</a:t>
            </a:r>
          </a:p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Todas sus sedes.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Información centralizada con responsabilidades locales.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VISIÓN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Recursos Humanos consulta el conjunto de sedes y consolida información para la gestión.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OPERACIÓN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Cada responsable gestiona el personal y los procesos de las sedes que tiene asignadas.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CONTROL DE ACCESO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Permisos por perfil y sede, con protección especial para información salarial y documentos.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Siete módulos conectados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El alcance recoge los módulos seleccionados en la referencia.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PERSONAS Y TIEMPOS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Empleados · Ausencias · Asistencias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REMUNERACIONES Y EXPEDIENTES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Planilla · Gestión de documentos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EXPERIENCIA DEL COLABORADOR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Clima laboral · Comunicación interna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01 / Planilla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De las novedades de asistencia al cierre de remuneraciones.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PREPARACIÓN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Datos salariales, contratos, régimen laboral y conceptos de haberes y descuentos.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CÁLCULO Y 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Remuneraciones, horas extra, aportes, retenciones y beneficios según el régimen aplicable.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CIERRE Y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Aprobación del periodo, boletas y salidas para pagos y obligaciones. Formatos e integraciones por definir.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02 / Empleados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Un expediente organizado para cada colaborador.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FICHA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Datos personales y laborales, sede, área, puesto, jornada y responsable.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CICLO LABORAL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Ingreso, contratos, renovaciones, cambios y cese, con historial de asignaciones.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ESTRUCTURA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Organigrama y equipos por sede; consulta centralizada para Recursos Humanos.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03 / Ausencias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Solicitudes claras y saldos visibles.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VACACIONES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Derechos y saldos, programación, solicitudes y seguimiento del goce vacacional.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PERMISOS Y LICENCIAS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Descanso médico, licencias y permisos con documentos de sustento.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APROBACIONES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Flujos por responsable y RRHH, políticas acordadas y novedades para asistencia y planilla.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04 / Asistencias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Horarios y marcaciones bajo un mismo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PROGRAMACIÓN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Turnos, horarios, descansos y feriados organizados por sede y equipo.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SEGUIMIENTO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Entradas, salidas, refrigerios, tardanzas, horas extra y validación de incidencias.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MARCACIÓN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Conexión al origen acordado. Marcación web con geolocalización propuesta, sujeta a permisos y validación técnica.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05 / Gestión de documentos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Expedientes digitales con acceso controlado.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CARGA Y ORGANIZACIÓN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Contratos, constancias, boletas y otros documentos asociados al colaborador.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ENTREGA Y SEGUIMIENTO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Versiones, vencimientos, notificaciones y confirmación de recepción.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FIRMA Y RESGUARDO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Flujo de firma electrónica propuesto; modalidad, proveedor y requisitos legales por acordar.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06 / Clima laboral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Escuchar a los equipos para orientar mejoras.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ENCUESTAS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Campañas, cuestionarios y medición eNPS con segmentación por sede o área.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Indicadores y análisis de tendencias con reglas de confidencialidad y mínimos de respuesta.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PLANES DE 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Acciones, responsables, fechas y seguimiento de los compromisos de mejora.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07 / Comunicación interna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Mensajes relevantes para cada equipo.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COMUNICADOS Y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Publicaciones para toda la organización o para sedes y grupos específicos.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CANALES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Notificaciones dentro de la plataforma y correos, según preferencias y configuración.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Seguimiento de lectura o recepción para conocer la cobertura de los comunicados.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Una base existente.</a:t>
            </a:r>
          </a:p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Un sistema nuevo.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Aprovechamos componentes y adaptamos el diseño a su operación.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BASE A EVALUAR Y ADAPTAR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Personal, áreas, horarios, marcaciones, permisos, validaciones, reportes y notificaciones.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DESARROLLO Y AMPLIACIONES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Planilla, contratos, saldos vacacionales, documentos y firma, geolocalización, clima y comunicación.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INTEGRACIÓN POR SEDES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Modelo de datos, accesos, reportes e históricos adaptados a la estructura del cliente.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Implementación por etapas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Cada etapa concluye con revisión y validación del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1 / DEFINICIÓN Y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Levantamiento, reglas, sedes, perfiles, datos iniciales y flujos de aprobación.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2 / OPERACIÓN Y PLANILLA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Personal, asistencia, ausencias y documentos; cálculo de planilla validado en paralelo.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3 / EXPERIENCIA Y 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Clima, comunicación, pruebas integrales, capacitación y puesta en marcha por sedes.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A5B9"/>
                </a:solidFill>
                <a:latin typeface="DejaVu Sans"/>
              </a:defRPr>
            </a:pPr>
            <a:r>
              <a:t>SAFE ZONE PERÚ  /  RECURSOS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Definamos el alcance</a:t>
            </a:r>
          </a:p>
          <a:p>
            <a:pPr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de su nueva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DDC"/>
                </a:solidFill>
                <a:latin typeface="DejaVu Sans"/>
              </a:defRPr>
            </a:pPr>
            <a:r>
              <a:t>Safe Zone Perú | Desarrollo a medida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INFORMACIÓN PARA LA PROPUESTA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Sedes y colaboradores · Regímenes de planilla · Relojes y sistemas actuales · Aprobadores · Datos a migrar.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016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ACUERDOS DE IMPLEMENTACIÓN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Integraciones, firma, geolocalización, alojamiento, respaldos, soporte y criterios de aceptación.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3246120"/>
            <a:ext cx="3523488" cy="2423160"/>
          </a:xfrm>
          <a:prstGeom prst="roundRect">
            <a:avLst/>
          </a:prstGeom>
          <a:solidFill>
            <a:srgbClr val="1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474720"/>
            <a:ext cx="3121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A5B9"/>
                </a:solidFill>
                <a:latin typeface="DejaVu Sans"/>
              </a:defRPr>
            </a:pPr>
            <a:r>
              <a:t>SIGUIENTE PASO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160520"/>
            <a:ext cx="3121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Sesión de levantamiento para cerrar alcance, cronograma e inversión. Esta presentación no incluye cotización.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CDDC"/>
                </a:solidFill>
                <a:latin typeface="DejaVu Sans"/>
              </a:defRPr>
            </a:pPr>
            <a:r>
              <a:t>PROPUESTA DE ALCANCE  ·  DESARROLLO A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A5B9"/>
                </a:solidFill>
                <a:latin typeface="DejaVu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